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bee67c476a4f39" /><Relationship Type="http://schemas.openxmlformats.org/officeDocument/2006/relationships/extended-properties" Target="/docProps/app.xml" Id="Rb275bb55c3054425" /><Relationship Type="http://schemas.openxmlformats.org/officeDocument/2006/relationships/officeDocument" Target="/ppt/presentation.xml" Id="R5bd398752da945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832eb2cff545a8"/>
  </p:sldMasterIdLst>
  <p:notesMasterIdLst>
    <p:notesMasterId xmlns:r="http://schemas.openxmlformats.org/officeDocument/2006/relationships" r:id="Rcc6127d205ae4688"/>
  </p:notesMasterIdLst>
  <p:sldIdLst>
    <p:sldId xmlns:r="http://schemas.openxmlformats.org/officeDocument/2006/relationships" id="256" r:id="R9085e7e876b942ba"/>
    <p:sldId xmlns:r="http://schemas.openxmlformats.org/officeDocument/2006/relationships" id="257" r:id="Rbdb59aaaf00540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bd399e7c4047fb" /><Relationship Type="http://schemas.openxmlformats.org/officeDocument/2006/relationships/slideMaster" Target="/ppt/slideMasters/slideMaster1.xml" Id="R32832eb2cff545a8" /><Relationship Type="http://schemas.openxmlformats.org/officeDocument/2006/relationships/notesMaster" Target="/ppt/notesMasters/notesMaster1.xml" Id="Rcc6127d205ae4688" /><Relationship Type="http://schemas.openxmlformats.org/officeDocument/2006/relationships/presProps" Target="/ppt/presProps.xml" Id="Rebcf78d34a3448ea" /><Relationship Type="http://schemas.openxmlformats.org/officeDocument/2006/relationships/viewProps" Target="/ppt/viewProps.xml" Id="Reae1d400e2de4277" /><Relationship Type="http://schemas.openxmlformats.org/officeDocument/2006/relationships/tableStyles" Target="/ppt/tableStyles.xml" Id="R70e6b1bf2d4942d0" /><Relationship Type="http://schemas.openxmlformats.org/officeDocument/2006/relationships/slide" Target="/ppt/slides/slide1.xml" Id="R9085e7e876b942ba" /><Relationship Type="http://schemas.openxmlformats.org/officeDocument/2006/relationships/slide" Target="/ppt/slides/slide2.xml" Id="Rbdb59aaaf00540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8abcb7df8d41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3bea82a1c843ef" /><Relationship Type="http://schemas.openxmlformats.org/officeDocument/2006/relationships/notesMaster" Target="/ppt/notesMasters/notesMaster1.xml" Id="R918c21dd865d48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ce5ce7b685409b" /><Relationship Type="http://schemas.openxmlformats.org/officeDocument/2006/relationships/notesMaster" Target="/ppt/notesMasters/notesMaster1.xml" Id="R03d984ac9f8d4f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9314c25a4f49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1668b642434d67" /><Relationship Type="http://schemas.openxmlformats.org/officeDocument/2006/relationships/slideLayout" Target="/ppt/slideLayouts/slideLayout1.xml" Id="R82fdb754ae294e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fdb754ae294e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2e15a4a1c46cd" /><Relationship Type="http://schemas.openxmlformats.org/officeDocument/2006/relationships/notesSlide" Target="/ppt/notesSlides/notesSlide1.xml" Id="Ref3b7d8cf8374e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2153b4970482d" /><Relationship Type="http://schemas.openxmlformats.org/officeDocument/2006/relationships/notesSlide" Target="/ppt/notesSlides/notesSlide2.xml" Id="R1ee4ae3e07ed43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FF45D8-EB69-4B79-8F57-1865A437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933682D7-9909-4D99-A167-65F982FE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42B4D6EE-63A7-4364-9EA2-BDE58675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A3412"/>
                </a:solidFill>
                <a:latin typeface="Aptos"/>
                <a:ea typeface="Aptos"/>
                <a:cs typeface="Aptos"/>
              </a:rPr>
              <a:t>LINKERDOG · BOT FOR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19F30-BE2F-47D7-91F2-83A0147A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647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01915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201915"/>
                </a:solidFill>
                <a:latin typeface="Aptos Display"/>
                <a:ea typeface="Aptos Display"/>
                <a:cs typeface="Aptos Display"/>
              </a:rPr>
              <a:t>把传统软件，重新设计成 agent 的工作界面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9125D-D681-4289-ACE3-FAD97C9A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581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5A5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5A52"/>
                </a:solidFill>
                <a:latin typeface="Aptos"/>
                <a:ea typeface="Aptos"/>
                <a:cs typeface="Aptos"/>
              </a:rPr>
              <a:t>起点不是再做一个会议工具，而是把会议里的声音、决策和上下文，实时变成 agent 能消费、能追踪、能沉淀的结构化记忆。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AAEE0-562E-4B8A-9541-645B9079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9A3412">
                <a:alpha val="18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EA831-C580-499F-8F18-8C069501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3412"/>
                </a:solidFill>
                <a:latin typeface="Aptos"/>
                <a:ea typeface="Aptos"/>
                <a:cs typeface="Aptos"/>
              </a:rPr>
              <a:t>三分钟只讲一个判断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4F0B8-5A18-446E-881B-7162BD8F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91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01915"/>
                </a:solidFill>
                <a:latin typeface="Aptos"/>
                <a:ea typeface="Aptos"/>
                <a:cs typeface="Aptos"/>
              </a:rPr>
              <a:t>Agent 需要的不是“会后回放”，而是实时上下文、可行动摘要和长期 memory。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B6061-EE76-44A0-B2E9-8AF4AD6A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162050"/>
            <a:ext cx="3429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9A3412">
                <a:alpha val="1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89124-38E1-4D5F-92DF-3EDBA9A9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409700"/>
            <a:ext cx="53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6F4B8-ABB5-4D68-932D-649B35F6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4001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191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01915"/>
                </a:solidFill>
                <a:latin typeface="Aptos"/>
                <a:ea typeface="Aptos"/>
                <a:cs typeface="Aptos"/>
              </a:rPr>
              <a:t>传统软件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13C7E-6991-48D0-9E5B-81CD43A0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733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A5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5A52"/>
                </a:solidFill>
                <a:latin typeface="Aptos"/>
                <a:ea typeface="Aptos"/>
                <a:cs typeface="Aptos"/>
              </a:rPr>
              <a:t>面向人操作和回放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7544F-EA89-4585-9FFB-63FF3995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2193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11CE5-E6A1-47F3-A5EF-4042EA29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52700"/>
            <a:ext cx="3429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9A3412">
                <a:alpha val="18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A2D16-2A20-4A50-8AC0-60D43006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800350"/>
            <a:ext cx="53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5476E-449C-4246-B982-81268F45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908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191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01915"/>
                </a:solidFill>
                <a:latin typeface="Aptos"/>
                <a:ea typeface="Aptos"/>
                <a:cs typeface="Aptos"/>
              </a:rPr>
              <a:t>Agent 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0EF65-A053-4D5D-8DD8-A521011F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24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A5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5A52"/>
                </a:solidFill>
                <a:latin typeface="Aptos"/>
                <a:ea typeface="Aptos"/>
                <a:cs typeface="Aptos"/>
              </a:rPr>
              <a:t>实时推送、结构化整理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6CADCB-847F-4208-B496-995F0F72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6099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ED74D6-9AA2-4EFD-8663-9223A3D6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43350"/>
            <a:ext cx="3429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9A3412">
                <a:alpha val="18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89420C-CD24-4BD3-B093-877A0217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191000"/>
            <a:ext cx="53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BEE3A-61F4-4070-A0D1-02E99859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1814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191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01915"/>
                </a:solidFill>
                <a:latin typeface="Aptos"/>
                <a:ea typeface="Aptos"/>
                <a:cs typeface="Aptos"/>
              </a:rPr>
              <a:t>长期 Memory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0CECE8-8FB2-45F8-87CC-B9B66200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14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A5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5A52"/>
                </a:solidFill>
                <a:latin typeface="Aptos"/>
                <a:ea typeface="Aptos"/>
                <a:cs typeface="Aptos"/>
              </a:rPr>
              <a:t>沉淀为可复用上下文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F799CA-E226-468D-8674-29E6E455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5245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191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1915"/>
                </a:solidFill>
                <a:latin typeface="Aptos"/>
                <a:ea typeface="Aptos"/>
                <a:cs typeface="Aptos"/>
              </a:rPr>
              <a:t>Meeting for agent 是第一个落地点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05398C-F05E-4CCA-B433-00728D3C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5A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5A52"/>
                </a:solidFill>
                <a:latin typeface="Aptos"/>
                <a:ea typeface="Aptos"/>
                <a:cs typeface="Aptos"/>
              </a:rPr>
              <a:t>01 / 02</a:t>
            </a:r>
          </a:p>
        </p:txBody>
      </p:sp>
    </p:spTree>
    <p:extLst>
      <p:ext uri="{BB962C8B-B14F-4D97-AF65-F5344CB8AC3E}">
        <p14:creationId xmlns:p14="http://schemas.microsoft.com/office/powerpoint/2010/main" val="14135794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4E75C9-4844-48FC-830D-3CC77456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37340A32-7624-4E0A-A4E4-A9C7F425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B1754F1F-B983-46E7-B6BE-E629EE41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A3412"/>
                </a:solidFill>
                <a:latin typeface="Aptos"/>
                <a:ea typeface="Aptos"/>
                <a:cs typeface="Aptos"/>
              </a:rPr>
              <a:t>MEETING FOR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C70F7-D60B-4796-AB26-23FE80F9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191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1915"/>
                </a:solidFill>
                <a:latin typeface="Aptos Display"/>
                <a:ea typeface="Aptos Display"/>
                <a:cs typeface="Aptos Display"/>
              </a:rPr>
              <a:t>从三种会议入口，收敛到 agent-ready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9780C-C804-41EE-8E4F-FE60158E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5A5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5A52"/>
                </a:solidFill>
                <a:latin typeface="Aptos"/>
                <a:ea typeface="Aptos"/>
                <a:cs typeface="Aptos"/>
              </a:rPr>
              <a:t>不追求大而全；先把会议这个高频上下文源，变成实时、历史、线下都可进入 agent 的接口。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2CDDD-1EBF-4671-A140-7E7C53F6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095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9A3412">
                <a:alpha val="18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78784-D453-4B3B-B3CF-C35D6FAA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1146C-19F6-49D4-A34F-B6F855B2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288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191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1915"/>
                </a:solidFill>
                <a:latin typeface="Aptos"/>
                <a:ea typeface="Aptos"/>
                <a:cs typeface="Aptos"/>
              </a:rPr>
              <a:t>在线 meeting bot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75CD7-FEBB-4AF7-B0BC-AC5F2023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241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5A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5A52"/>
                </a:solidFill>
                <a:latin typeface="Aptos"/>
                <a:ea typeface="Aptos"/>
                <a:cs typeface="Aptos"/>
              </a:rPr>
              <a:t>Zoom 在线会议机器人，实时把内容推给 slock 等 agent。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B5BD2-6A94-4946-BCC3-4EC2F964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71750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16FA2-60C5-4CAE-83BF-F32DE7CE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76475"/>
            <a:ext cx="2714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9A3412">
                <a:alpha val="18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A0EFC-8844-4268-A7BD-C7D28319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19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915"/>
                </a:solidFill>
                <a:latin typeface="Aptos"/>
                <a:ea typeface="Aptos"/>
                <a:cs typeface="Aptos"/>
              </a:rPr>
              <a:t>实时会议纪要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04385-1064-4208-ACF2-E60285FB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20E1B4-6694-464D-917B-ED0CECB5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3095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9A3412">
                <a:alpha val="18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B3065A-67AB-4AC5-86F0-A3CCF272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6F42E-B46C-46FD-848A-267F72AD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14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191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1915"/>
                </a:solidFill>
                <a:latin typeface="Aptos"/>
                <a:ea typeface="Aptos"/>
                <a:cs typeface="Aptos"/>
              </a:rPr>
              <a:t>历史视频记录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A4343-7F7D-4BFC-ADB1-A5C976FF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100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5A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5A52"/>
                </a:solidFill>
                <a:latin typeface="Aptos"/>
                <a:ea typeface="Aptos"/>
                <a:cs typeface="Aptos"/>
              </a:rPr>
              <a:t>把过去的视频会议整理成记录，并抽取长期可复用信息。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B1420-8E16-45E0-92EA-BC4041A9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57625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D2CDBF-BA1A-4AE2-B926-EDB020DD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62350"/>
            <a:ext cx="2714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9A3412">
                <a:alpha val="18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32E640-1174-4973-B723-00D960A3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7190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19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915"/>
                </a:solidFill>
                <a:latin typeface="Aptos"/>
                <a:ea typeface="Aptos"/>
                <a:cs typeface="Aptos"/>
              </a:rPr>
              <a:t>最终 memory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A3B0C4-94B7-49FF-9532-82E09D7C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57625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D9A39C-49C3-46E3-9855-625E284A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3095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9A3412">
                <a:alpha val="18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DC220-B230-4F86-BEC1-AF873D91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DD5C5E-9771-4202-AECA-33D36C96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006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191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1915"/>
                </a:solidFill>
                <a:latin typeface="Aptos"/>
                <a:ea typeface="Aptos"/>
                <a:cs typeface="Aptos"/>
              </a:rPr>
              <a:t>IoT 录音设备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28F09E-05EB-4FAC-AAF7-B97DD43A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959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5A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5A52"/>
                </a:solidFill>
                <a:latin typeface="Aptos"/>
                <a:ea typeface="Aptos"/>
                <a:cs typeface="Aptos"/>
              </a:rPr>
              <a:t>随时收集线下讨论，整理会议内容并提出建议。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80F17E-35A0-4663-8128-D4F3AFD8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43500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077DB3-F93E-40CA-BA37-4189AD6C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48225"/>
            <a:ext cx="2714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9A3412">
                <a:alpha val="18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D2E03F-7F69-4793-8C3C-C1D2123B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57775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19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915"/>
                </a:solidFill>
                <a:latin typeface="Aptos"/>
                <a:ea typeface="Aptos"/>
                <a:cs typeface="Aptos"/>
              </a:rPr>
              <a:t>建议 + 纪要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7087B7-AD92-4864-9994-E65FEE58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504283-8F34-4AAD-898A-9B22FD34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319087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11C"/>
          </a:solidFill>
          <a:ln xmlns:a="http://schemas.openxmlformats.org/drawingml/2006/main" w="9525">
            <a:solidFill>
              <a:srgbClr val="9A3412">
                <a:alpha val="18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C37D24-5E5A-4989-B576-248F03B4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7ED"/>
                </a:solidFill>
                <a:latin typeface="Aptos"/>
                <a:ea typeface="Aptos"/>
                <a:cs typeface="Aptos"/>
              </a:rPr>
              <a:t>Agent 可以直接消费的结果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D6B87A-E065-4476-A96F-3011758E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24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4CC4B1-0E03-48A6-A70F-F02C0637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575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7ED"/>
                </a:solidFill>
                <a:latin typeface="Aptos"/>
                <a:ea typeface="Aptos"/>
                <a:cs typeface="Aptos"/>
              </a:rPr>
              <a:t>Live context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5C6C7C-86EA-41A6-B12C-00054535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33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AAA54C-9054-4E18-BE65-CE3C95DA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671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7ED"/>
                </a:solidFill>
                <a:latin typeface="Aptos"/>
                <a:ea typeface="Aptos"/>
                <a:cs typeface="Aptos"/>
              </a:rPr>
              <a:t>Structured minutes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52F4C3-F490-4126-A31F-E0668217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43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BE41F9-84F5-4E63-A4AF-5509A835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7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7ED"/>
                </a:solidFill>
                <a:latin typeface="Aptos"/>
                <a:ea typeface="Aptos"/>
                <a:cs typeface="Aptos"/>
              </a:rPr>
              <a:t>Action suggestions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A1F866-200B-41F7-BFEE-3FA377D2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52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FA53CD-8405-4DB1-B029-0975425D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862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7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7ED"/>
                </a:solidFill>
                <a:latin typeface="Aptos"/>
                <a:ea typeface="Aptos"/>
                <a:cs typeface="Aptos"/>
              </a:rPr>
              <a:t>Durable memory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716C33-0F59-4ADB-A9ED-052150A8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62500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D7B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D7BB"/>
                </a:solidFill>
                <a:latin typeface="Aptos"/>
                <a:ea typeface="Aptos"/>
                <a:cs typeface="Aptos"/>
              </a:rPr>
              <a:t>核心不是记录会议，而是把会议变成 agent 的上下文供应链。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869487-BCED-41C8-9D7F-56770DEF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5A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5A52"/>
                </a:solidFill>
                <a:latin typeface="Aptos"/>
                <a:ea typeface="Aptos"/>
                <a:cs typeface="Aptos"/>
              </a:rPr>
              <a:t>3-minute version · simple pitch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235568-B3DA-4003-BC4B-C190150E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5A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5A52"/>
                </a:solidFill>
                <a:latin typeface="Aptos"/>
                <a:ea typeface="Aptos"/>
                <a:cs typeface="Aptos"/>
              </a:rPr>
              <a:t>02 / 02</a:t>
            </a:r>
          </a:p>
        </p:txBody>
      </p:sp>
    </p:spTree>
    <p:extLst>
      <p:ext uri="{BB962C8B-B14F-4D97-AF65-F5344CB8AC3E}">
        <p14:creationId xmlns:p14="http://schemas.microsoft.com/office/powerpoint/2010/main" val="1639622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2026-06-14T14:55:48.5100000Z</dcterms:created>
  <dcterms:modified xsi:type="dcterms:W3CDTF">2026-06-14T14:55:48.5100000Z</dcterms:modified>
</coreProperties>
</file>